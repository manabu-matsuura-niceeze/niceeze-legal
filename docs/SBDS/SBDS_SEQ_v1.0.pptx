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SBDS シーケンス図集 v1.0 — 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TMS-SET-001 / TMS-DRV-001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SBDS  |  シーケンス図集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3A5C"/>
                </a:solidFill>
              </a:rPr>
              <a:t>収録フロー一覧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960120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Slide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143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正常系メインフロー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4475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配送スタッフ操作→TMS-DRV-001→Firestore→完了登録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960120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Slide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9659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異常系・エラーハンドリング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26771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労働法ロック / 冷凍警告 / 1分前通知失敗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43200"/>
            <a:ext cx="960120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Slide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889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LINE Webhook連携フロー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09067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LINE→Cloud Run→Redis Consumer Group→Firestore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960120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1188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Slide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118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DXF/AR 計測フロー（TMS-SET-001）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91363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DXFインポート / WebXR Hit Test → IndexedDB v142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SEQ-01  正常系メインフロー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配送スタッフ → TMS-DRV-001 → Firestore → 完了登録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SBDS  |  シーケンス図集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配送スタッフ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9454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9454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TMS-DRV-001
(PWA/LIFF)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4588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4588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 Run
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19722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9722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Firestore
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34856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LINE API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.0" y="1005840"/>
            <a:ext cx="0.0" cy="576072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29534.0" y="1005840"/>
            <a:ext cx="0.0" cy="576072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44668.0" y="1005840"/>
            <a:ext cx="0.0" cy="576072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9802.0" y="1005840"/>
            <a:ext cx="0.0" cy="576072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74936.0" y="1005840"/>
            <a:ext cx="0.0" cy="576072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400.0" y="1280160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73327" y="109728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アプリ起動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29534.0" y="1664208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88461" y="148132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GET /packages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44668.0" y="2048256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03595" y="186537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query packages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5344668.0" y="2432304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03595" y="224942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return []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129534.0" y="2816352"/>
            <a:ext cx="2215134.0" cy="0"/>
          </a:xfrm>
          <a:prstGeom prst="bentConnector3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88461" y="2633472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IndexedDB v142保存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0388" y="267919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0.7秒以下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14400.0" y="3200400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73327" y="301752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配送リスト表示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75254" y="306324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ルーティングソート済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4400.0" y="3584448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73327" y="340156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配送完了タップ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129534.0" y="3968496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688461" y="378561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POST /complete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44668.0" y="4352544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03595" y="416966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update status=COMPLETED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5344668.0" y="4736592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03595" y="4553712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ack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344668.0" y="5120640"/>
            <a:ext cx="4430268.0" cy="0"/>
          </a:xfrm>
          <a:prstGeom prst="bentConnector3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011162" y="493776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LINE PUSH（次配送先）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0656" y="498348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1分前のみ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3129534.0" y="5504688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688461" y="532180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完了確認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914400.0" y="5888736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473327" y="570585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UI更新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75254" y="575157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完了バッジ表示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SEQ-02  異常系・エラーハンドリングフロー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労働法ロック / 冷凍警告 / PULL通知失敗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SBDS  |  シーケンス図集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EF4444"/>
                </a:solidFill>
              </a:rPr>
              <a:t>【Alt: 4時間超労働法ロック】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6012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配送スタッフ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9454" y="96012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9454" y="96012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TMS-DRV-001
(PWA/LIFF)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4588" y="96012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4588" y="96012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 Run
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19722" y="96012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9722" y="96012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Firestore
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34856" y="96012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96012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LINE 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.0" y="128016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29534.0" y="128016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44668.0" y="128016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59802.0" y="128016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74936.0" y="128016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0.0" y="1554480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73327" y="137160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操作（4h経過）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29534.0" y="1938528"/>
            <a:ext cx="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80894" y="175564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check_labor_law()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5254" y="180136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elapsed≥240min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914400.0" y="2322576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473327" y="213969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STATUS_LOCKED_BY_LABOR_LAW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5254" y="218541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全入力無効・バナー表示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.0" y="2706624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473327" y="252374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冷凍荷物スキャン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14400.0" y="3090672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73327" y="2907792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赤字警告表示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75254" y="295351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手渡し必須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129534.0" y="3474720"/>
            <a:ext cx="2215134.0" cy="0"/>
          </a:xfrm>
          <a:prstGeom prst="bentConnector3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88461" y="329184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POST /notify/pull（1分前）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44668.0" y="3858768"/>
            <a:ext cx="4430268.0" cy="0"/>
          </a:xfrm>
          <a:prstGeom prst="bentConnector3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011162" y="367588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LINE Push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5344668.0" y="4242816"/>
            <a:ext cx="4430268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011162" y="405993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Error 429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0656" y="410565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レート制限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344668.0" y="4626864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03595" y="444398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log error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05522" y="4489704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Firestore audit_log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3129534.0" y="5010912"/>
            <a:ext cx="2215134.0" cy="0"/>
          </a:xfrm>
          <a:prstGeom prst="bentConnector3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688461" y="4828032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retry 3回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0388" y="48737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exponential backoff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SEQ-03  LINE Webhook連携フロー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Redis Streams Consumer Group によるデデュープ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SBDS  |  シーケンス図集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LINE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9454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9454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 Run
Webhook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4588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4588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Redis
Streams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19722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9722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Firestore
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34856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TMS-DRV-001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.0" y="100584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29534.0" y="100584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44668.0" y="100584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9802.0" y="100584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74936.0" y="100584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400.0" y="1280160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73327" y="109728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POST /webhook
(X-Line-Signature)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5254" y="114300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HMAC-SHA256検証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29534.0" y="1664208"/>
            <a:ext cx="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80894" y="148132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verify signature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29534.0" y="2048256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88461" y="186537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XADD events stream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129534.0" y="2432304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88461" y="224942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XREADGROUP consumer1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0388" y="2295144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Consumer Group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129534.0" y="2816352"/>
            <a:ext cx="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580894" y="2633472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check duplicate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75254" y="267919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処理済みIDチェック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129534.0" y="3200400"/>
            <a:ext cx="4430268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96028" y="301752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write package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3129534.0" y="3584448"/>
            <a:ext cx="4430268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796028" y="340156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ack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129534.0" y="3968496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688461" y="378561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XACK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0388" y="383133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処理完了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129534.0" y="4352544"/>
            <a:ext cx="6645402.0" cy="0"/>
          </a:xfrm>
          <a:prstGeom prst="bentConnector3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03595" y="416966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SSE push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0656" y="4215384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リアルタイム更新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774936.0" y="4736592"/>
            <a:ext cx="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226296" y="4553712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IndexedDB v142更新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0656" y="459943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0.7秒以下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SEQ-04  DXFインポート / AR計測フロー（TMS-SET-001）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dxf-parser.js（ブラウザ完結）/ WebXR Hit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SBDS  |  シーケンス図集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管理者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9454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9454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TMS-SET-001
(Browser)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4588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4588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dxf-parser.js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19722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9722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IndexedDB
v142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34856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Firestore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.0" y="100584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29534.0" y="100584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44668.0" y="100584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9802.0" y="100584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74936.0" y="1005840"/>
            <a:ext cx="0.0" cy="452628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400.0" y="1280160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73327" y="109728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DXFファイル選択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29534.0" y="1664208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88461" y="148132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parse(dxfText)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0388" y="152704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FileReader API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44668.0" y="2048256"/>
            <a:ext cx="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96028" y="186537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ENTITIES解析
POLYLINE→面積計算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0388" y="191109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Shoelace公式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129534.0" y="2432304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88461" y="224942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return RoomRecord[]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914400.0" y="2816352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473327" y="2633472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プレビュー表示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75254" y="267919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手動修正可能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.0" y="3200400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473327" y="301752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保存ボタン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129534.0" y="3584448"/>
            <a:ext cx="4430268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796028" y="340156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idbPut(building_masters)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5522" y="344728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_idb_version:142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129534.0" y="3968496"/>
            <a:ext cx="6645402.0" cy="0"/>
          </a:xfrm>
          <a:prstGeom prst="bentConnector3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03595" y="378561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POST /buildings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0656" y="383133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Cloud Run経由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3129534.0" y="4352544"/>
            <a:ext cx="6645402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03595" y="416966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ack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914400.0" y="4736592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73327" y="4553712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Toast通知「保存しました」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7104888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F4444"/>
                </a:solidFill>
              </a:rPr>
              <a:t>※ AR計測（WebXR Hit Test）は判断③（iOS/Android）CEO決定後に追加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