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GOV部 フェーズ計画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F5A623"/>
                </a:solidFill>
              </a:rPr>
              <a:t>COO経営支援・監査システム部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37560"/>
            <a:ext cx="7772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0F4F8"/>
                </a:solidFill>
              </a:rPr>
              <a:t>2026-06-05  |  © 2026 株式会社NiceEze 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411480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rPr sz="900"/>
                        <a:t>文書名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GOV部 フェーズ計画 v1.0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作成日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2026-06-05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作成者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自律COO（Claude Code）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承認者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代表取締役CEO 松浦 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Gate制概要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G0〜G4 GOV部開発フェーズゲート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フェーズ計画 v1.0  |  COO経営支援・監査システム部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182880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241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設計完了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2026/07末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詳細設計書完成
GCP基盤構築
Secret Manager設定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640080"/>
            <a:ext cx="182880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65836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10241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FinOps監視
+bandit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137160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2026/09末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164592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FinOps監視稼働
(¥0.5円アラート)
bandit CI統合
DevSecOps統制基盤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640080"/>
            <a:ext cx="18288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65836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10241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ISMS自動
レポート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137160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2026/11末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164592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ISMS月次自動レポート
SHA-256署名
BigQuery月次アーカイブ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640080"/>
            <a:ext cx="1828800" cy="7772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65836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10241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AIガバナンス
台帳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137160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2027/01末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164592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Claude API使用記録
Gate承認履歴
CEO判断記録完備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94192" y="640080"/>
            <a:ext cx="1828800" cy="5303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94192" y="640080"/>
            <a:ext cx="18288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65836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10241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Go-Live
完全自律監査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137160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0F4F8"/>
                </a:solidFill>
              </a:rPr>
              <a:t>2027/02末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1645920"/>
            <a:ext cx="16459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完全自律監査稼働
全KPI達成
CEO最終承認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◀─── GOV部 開発ロードマップ（2026/07〜2027/02） ───▶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G1マイルストーン — 2026/09末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FinOps監視稼働(¥0.5円アラート) / bandit CI統合 / DevSecOps統制基盤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フェーズ計画 v1.0  |  COO経営支援・監査システム部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G1 完了条件 / 受け入れ基準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457200">
                <a:tc>
                  <a:txBody>
                    <a:bodyPr/>
                    <a:lstStyle/>
                    <a:p>
                      <a:r>
                        <a:rPr b="1" sz="85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費用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FinOps監視システム構築（Cloud Functions毎時）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cost_calculator.py連携・¥0.5円閾値チェック実装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月額¥5,000アラート設定（Cloud Monitoring）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bandit -r src/ GitHub Actions CI統合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2026/08末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DevSecOps統制基盤（lint + テスト自動実行）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失敗時Slack/チャット通知実装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2026/09末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Firestore スキーマ設計（AuditLog・FinOpsRecord）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2026/07末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Secret Manager設定完了確認（Gate 0前提）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2026/07末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5212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G1完了基準: FinOps監視稼働確認 / bandit 0件CI通過 / GOVシステム運用コスト¥0/月確認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G2マイルストーン — 2026/11末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ISMS月次自動レポート / SHA-256署名 / BigQuery月次アーカイブ連携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フェーズ計画 v1.0  |  COO経営支援・監査システム部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G2 完了条件 / 受け入れ基準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457200">
                <a:tc>
                  <a:txBody>
                    <a:bodyPr/>
                    <a:lstStyle/>
                    <a:p>
                      <a:r>
                        <a:rPr b="1" sz="850"/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状態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費用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ISMS月次自動レポート生成（ISO/IEC 27001:2022）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SHA-256署名実装（hashlib.sha256 / nosec B303廃止）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Cloud Scheduler月次トリガー設定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BigQuery月次アーカイブ連携（ISMSReport テーブル）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Google Drive保存・CEOチャット通知実装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KPIダッシュボード API実装（GET /kpi）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2026/10末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監査ログ改ざん防止確認（Firestore append-only）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PII最小化・AES-256・RLS設定確認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自律COO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2026/11末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52120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G2完了基準: ISMS月次レポート自動生成100% / SHA-256署名確認 / BigQueryアーカイブ疎通確認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FinOps計画 — GOV部コスト管理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GOVシステム¥0/月(無料枠) / 監視対象全システム月額上限¥5,000 / G4以降Claude API監視費用含む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フェーズ計画 v1.0  |  COO経営支援・監査システム部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GOV部フェーズ別コスト計画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02336">
                <a:tc>
                  <a:txBody>
                    <a:bodyPr/>
                    <a:lstStyle/>
                    <a:p>
                      <a:r>
                        <a:rPr b="1" sz="900"/>
                        <a:t>フェーズ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GOV月額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内訳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備考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G0〜G1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Cloud Functions無料枠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GOVシステム自体の運用コスト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G2（ISMS自動化）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Cloud Functions + BigQuery無料枠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ISMS月次レポート含む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G3（AIガバナンス）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Firestore無料枠内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Claude API監視ログのみ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G4（Go-Live）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全Cloud Functions無料枠維持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Claude API監視費用含む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0" y="6400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監視対象: 全社システム月額上限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0" y="91440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02336">
                <a:tc>
                  <a:txBody>
                    <a:bodyPr/>
                    <a:lstStyle/>
                    <a:p>
                      <a:r>
                        <a:rPr b="1" sz="900"/>
                        <a:t>監視項目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上限値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900"/>
                        <a:t>対応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1配送コスト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¥0.5円/配送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逸脱 → 即時アラート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月額総コスト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¥5,000/月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90%超 → 警告アラート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GOVシステム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¥0/月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Cloud Functions無料枠維持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50"/>
                        <a:t>G4以降Claude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月額¥5,000上限内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API使用量監視含む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310896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FinOps原則サマリー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383280"/>
          <a:ext cx="9875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3291840"/>
              </a:tblGrid>
              <a:tr h="512064">
                <a:tc>
                  <a:txBody>
                    <a:bodyPr/>
                    <a:lstStyle/>
                    <a:p>
                      <a:r>
                        <a:rPr sz="900" b="1"/>
                        <a:t>原則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確認方法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850"/>
                        <a:t>GOVシステム自体¥0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Cloud Functions無料枠内（月200万回以内）で全機能を実現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GCP Billing確認（月次）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850"/>
                        <a:t>1配送¥0.5円上限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cost_calculator.pyによる毎時監視・即時アラート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FinOps監視画面リアルタイム確認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850"/>
                        <a:t>月額¥5,000上限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全社システム合算の月額上限（Cloud Monitoring設定）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Cloud Monitoringアラート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850"/>
                        <a:t>G4以降Claude API含む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Claude API監視費用を含めても月額¥5,000上限を維持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AIガバナンス台帳コスト記録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608076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059669"/>
                </a:solidFill>
              </a:rPr>
              <a:t>FinOps原則: AI自律開発により開発人件費¥0 / GOVシステム運用¥0 / 全社月額¥5,000上限厳格管理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