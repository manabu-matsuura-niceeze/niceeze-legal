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GOV部 シーケンス図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5A623"/>
                </a:solidFill>
              </a:rPr>
              <a:t>COO経営支援・監査システム部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0F4F8"/>
                </a:solidFill>
              </a:rPr>
              <a:t>2026-06-05  |  © 2026 株式会社NiceEze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2976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0F4F8"/>
                </a:solidFill>
              </a:rPr>
              <a:t>Slide 2: COO月次報告フロー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09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0F4F8"/>
                </a:solidFill>
              </a:rPr>
              <a:t>Slide 3: FinOps監視フロー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1206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0F4F8"/>
                </a:solidFill>
              </a:rPr>
              <a:t>Slide 4: DevSecOps統制フロー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532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0F4F8"/>
                </a:solidFill>
              </a:rPr>
              <a:t>Slide 5: AIガバナンス記録フロー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COO月次報告フロー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Cloud Scheduler → BigQuery集計 → KPI計算 → PDF/MD生成 → SHA-256署名 → Drive保存 → CEOチャット通知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シーケンス図 v1.0  |  COO経営支援・監査システム部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Scheduler
（月1回）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BigQuery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Functions
レポート生成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Google Drive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CEOチャット
通知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.0" y="137160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37360" y="118872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月次トリガー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.0" y="219456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6160" y="201168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集計データ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80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5A623"/>
                </a:solidFill>
              </a:rPr>
              <a:t>↺ KPI計算・差分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37760.0" y="384048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94960" y="365760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PDF/MD+SHA-256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6560.0" y="466344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23760" y="448056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保存完了通知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059669"/>
                </a:solidFill>
              </a:rPr>
              <a:t>✅ 月次監査レポート自動生成100% / SHA-256署名済 / CEOチャット通知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FinOps監視フロー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Cloud Functions(毎時) → cost_calculator → ¥0.5円/配送チェック → 月額¥5,000チェック → 逸脱 → 即時アラート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シーケンス図 v1.0  |  COO経営支援・監査システム部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 Functions
（毎時）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cost_calculator
.py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¥0.5円/配送
チェック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月額¥5,000
チェック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即時アラート
・ブロッカー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.0" y="137160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37360" y="118872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毎時起動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.0" y="219456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6160" y="201168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コストデータ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37760.0" y="301752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94960" y="283464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¥0.5円チェック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66560.0" y="384048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23760" y="365760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月額チェック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37760"/>
            <a:ext cx="9875520" cy="91440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206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CA5A5"/>
                </a:solidFill>
              </a:rPr>
              <a:t>逸脱検知時: 即時Slack/チャットアラート → ブロッカー報告 → CEO通知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5A623"/>
                </a:solidFill>
              </a:rPr>
              <a:t>監視閾値: 1配送¥0.5円上限 / 月額¥5,000上限 / GOVシステム自体¥0/月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DevSecOps統制フロー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git push → GitHub Actions → bandit -r src/ → lint → テスト → 全Pass → deploy / 失敗 → 即時ブロック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シーケンス図 v1.0  |  COO経営支援・監査システム部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git push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GitHub
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bandit
-r src/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lint
検査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テスト
実行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.0" y="137160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37360" y="118872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push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.0" y="219456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6160" y="201168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CI起動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37760.0" y="301752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94960" y="283464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0件確認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66560.0" y="384048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23760" y="365760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lint 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663440"/>
            <a:ext cx="457200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✅ 全Pass → deploy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4663440"/>
            <a:ext cx="45720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4754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❌ 失敗 → 即時ブロック → チャット通知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5A623"/>
                </a:solidFill>
              </a:rPr>
              <a:t>bandit 0件必須 / lint 0 error必須 / unittest全Pass必須（全Gate共通）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AIガバナンス記録フロー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Claude API呼出 → ログ記録(Firestore) → Gate承認タイムスタンプ → CEO判断記録 → 月次台帳生成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シーケンス図 v1.0  |  COO経営支援・監査システム部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Claude API
呼出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Firestore
ログ記録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Gate承認
タイムスタンプ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CEO判断
記録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6858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月次台帳
生成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.0" y="1143000"/>
            <a:ext cx="0.0" cy="52578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.0" y="137160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37360" y="118872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API呼出ログ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.0" y="219456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6160" y="201168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append-only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37760.0" y="301752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94960" y="283464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Gate承認TS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66560.0" y="3840480"/>
            <a:ext cx="182880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23760" y="3657600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CEO判断記録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059669"/>
                </a:solidFill>
              </a:rPr>
              <a:t>✅ AIガバナンス台帳: Firestore append-only / 改ざん不可 / 月次BigQueryアーカイブ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