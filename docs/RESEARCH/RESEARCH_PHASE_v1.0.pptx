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686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RESEARCH部 フェーズ計画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F5A623"/>
                </a:solidFill>
              </a:rPr>
              <a:t>EC仕入れリサーチ自動化システム — フェーズ計画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0F4F8"/>
                </a:solidFill>
              </a:rPr>
              <a:t>2026-06-05  |  © 2026 株式会社NiceEze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フェーズ計画 v1.0  |  © 2026 株式会社NiceEze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Gate制概要 G0〜G4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RESEARCH部 開発フェーズゲート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フェーズ計画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18288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設計完了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2026/07末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詳細設計書完成
DB設計確定
GCP基盤構築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640080"/>
            <a:ext cx="182880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MVP完成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2026/09末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RES-A01/A02実装
38テスト全Pass
bandit 0件
research_dashboard.html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640080"/>
            <a:ext cx="182880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実API連携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2026/11末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Keepa API連携
Google Trends連携
キャッシュTTL最適化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640080"/>
            <a:ext cx="1828800" cy="7315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AI強化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2027/01末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Claude API統合
定番判定精度≥85%
TODO自動起票高度化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94192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94192" y="640080"/>
            <a:ext cx="182880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Go-Live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2027/02末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全機能本番稼働
全KPI達成
SLA設定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◀─────────────── RESEARCH部 開発ロードマップ（〜2027年2月） ───────────────▶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G1マイルストーン 2026/09末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MVP完成 / テスト38件Pass / bandit 0件 / research_dashboard.html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G1 完了条件 / 受け入れ基準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457200">
                <a:tc>
                  <a:txBody>
                    <a:bodyPr/>
                    <a:lstStyle/>
                    <a:p>
                      <a:r>
                        <a:rPr b="1" sz="85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費用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RES-A01 8社価格マトリクス実装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SHA-256 cache_key管理・IndexedDB v142連携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RES-A02 トレンドスコア算出エンジン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RETENTION_THRESHOLD=0.6 is_staple判定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research_dashboard.html LAYOUT_MASTER準拠実装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unittest 38テスト実装・全Pass確認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bandit 0件CI/CD設定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Cloud Run /health /price /trend エンドポイント実装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5212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G1完了基準: RES-A01/A02がステージング環境で動作確認済 / 38テスト全Pass / bandit 0件 / APIレスポンス≤0.7秒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G2マイルストーン 2026/11末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Keepa API / Google Trends実連携 / キャッシュTTL最適化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G2 完了条件 / 受け入れ基準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457200">
                <a:tc>
                  <a:txBody>
                    <a:bodyPr/>
                    <a:lstStyle/>
                    <a:p>
                      <a:r>
                        <a:rPr b="1" sz="85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費用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Keepa API実連携（Amazon価格履歴取得）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API費用試算中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Google Trends API実連携（growth_score精度向上）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API費用試算中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IndexedDB v142 TTL最適化（価格:1h/トレンド:6h）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PriceMatrix Firestore永続化・履歴蓄積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¥0〜¥450/月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TrendDataPoint日次バッチ処理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¥0〜¥150/月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定番商品判定精度KPI初期計測開始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RES-A03統合ダッシュボード完成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Cloud Run本番デプロイ（常時稼働設定）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¥750〜¥2,250/月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5212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G2完了基準: 実APIデータによるPriceMatrix更新確認 / TrendDataPoint日次蓄積開始 / APIレスポンス≤0.7秒維持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FinOps計画 — コスト管理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MVP¥0 / G2 API費用試算中 / G3 Claude API¥2,250〜¥4,500 / 月額上限¥5,000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フェーズ別月次コスト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02336">
                <a:tc>
                  <a:txBody>
                    <a:bodyPr/>
                    <a:lstStyle/>
                    <a:p>
                      <a:r>
                        <a:rPr b="1" sz="900"/>
                        <a:t>フェーズ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内訳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備考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G0〜G1（MVP）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Cloud Run/Firestore無料枠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AI自律開発・人件費¥0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G2（実API連携）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API費用試算中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Keepa / Google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従量課金・要確認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G3（AI強化）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¥2,250〜¥4,500/月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+ Claude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月1,000回呼出想定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G4（Go-Live）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¥3,000〜¥5,000/月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全サービス稼働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月額上限¥5,000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6400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Claude API コスト試算（G3以降）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0" y="9144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35280">
                <a:tc>
                  <a:txBody>
                    <a:bodyPr/>
                    <a:lstStyle/>
                    <a:p>
                      <a:r>
                        <a:rPr b="1" sz="900"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呼出回数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月額概算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定番商品AI判定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月500回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¥1,125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トレンド分析補助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月300回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¥675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TODO自動起票生成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月200回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¥450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月1,000回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¥2,250/月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/>
                        <a:t>上限設定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月2,000回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¥4,500/月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310896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GCP月次コスト内訳（G4 本番稼働時）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383280"/>
          <a:ext cx="9875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3291840"/>
              </a:tblGrid>
              <a:tr h="326571">
                <a:tc>
                  <a:txBody>
                    <a:bodyPr/>
                    <a:lstStyle/>
                    <a:p>
                      <a:r>
                        <a:rPr b="1" sz="9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月額概算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備考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Cloud Run（APIサーバー）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¥750〜¥2,250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従量制・リクエスト数に比例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Firestore（PriceMatrix/ProductTrend）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¥0〜¥450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読取/書込回数に依存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IndexedDB v142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クライアント側（費用なし）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Keepa API（G2以降）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試算中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商品数・呼出頻度に依存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Google Trends API（G2以降）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試算中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クォータ制・無料枠あり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850"/>
                        <a:t>月額合計上限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月額上限¥5,000で厳格管理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576072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59669"/>
                </a:solidFill>
              </a:rPr>
              <a:t>FinOps原則: AI自律開発により開発人件費¥0 / MVP¥0 / G3以降Claude API¥2,250〜¥4,500 / 月額上限¥5,000で厳格管理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