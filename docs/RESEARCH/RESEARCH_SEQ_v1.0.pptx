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686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RESEARCH部 シーケンス図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F5A623"/>
                </a:solidFill>
              </a:rPr>
              <a:t>EC仕入れリサーチ自動化システム — シーケンス図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シーケンス図 v1.0  |  © 2026 株式会社NiceEze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RES-A01 価格検索フロー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8社固定プラットフォーム価格マトリクス取得シーケンス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シーケンス図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3A5C"/>
                </a:solidFill>
              </a:rPr>
              <a:t>RES-A01 価格検索フロー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960120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1A3A5C"/>
                </a:solidFill>
              </a:rPr>
              <a:t>• ユーザー入力（キーワード・カテゴリ）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IndexedDB niceeze_cache_v142 確認（SHA-256 cache_key照合）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MISS → Cloud Run /price エンドポイント呼出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PriceFetcher → 8社データ並列取得（Amazon/楽天/Yahoo/au PAY/Qoo10/ヨドバシ/ビック/ヤマダ）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unit_price / case_price 正規化・PriceMatrix構築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最安プラットフォーム amber強調ハイライト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IndexedDB v142 に結果キャッシュ（TTL管理）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画面表示 — LAYOUT_MASTER準拠（font-mono tabular-nums tracking-tight）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RES-A02 トレンド分析フロー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growth/bestseller/retention スコア算出シーケンス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シーケンス図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3A5C"/>
                </a:solidFill>
              </a:rPr>
              <a:t>RES-A02 トレンド分析フロー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960120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1A3A5C"/>
                </a:solidFill>
              </a:rPr>
              <a:t>• カテゴリ選択（8カテゴリチップから選択）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モード切替（売れ筋 / 急成長 / 定番残存 3モードボタン）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TrendFetcher → Cloud Run /trend エンドポイント呼出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growth_score 算出（直近7日 vs 前週比成長率）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bestseller_score 算出（カテゴリ内売上ランク正規化）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retention_score 算出 → 定番判定（RETENTION_THRESHOLD=0.6 → is_staple）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retention_score ≥ 0.8 → TODO自動起票</a:t>
            </a:r>
          </a:p>
          <a:p>
            <a:pPr algn="l"/>
            <a:r>
              <a:rPr sz="1100">
                <a:solidFill>
                  <a:srgbClr val="1A3A5C"/>
                </a:solidFill>
              </a:rPr>
              <a:t>• S_retention font-mono tabular-nums表示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G2以降実API連携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Keepa API / Google Trends / Cloud Run proxy / IndexedDB v142 TTL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シーケンス図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3A5C"/>
                </a:solidFill>
              </a:rPr>
              <a:t>G2以降 実API連携アーキテクチャ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4688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4688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Keepa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2286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Amazon価格履歴取得
商品ランク推移
SHA-256 cache_key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097280"/>
            <a:ext cx="24688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097280"/>
            <a:ext cx="24688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143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Google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508760"/>
            <a:ext cx="2286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キーワード検索トレンド
カテゴリ別急成長検知
growth_score算出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097280"/>
            <a:ext cx="24688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097280"/>
            <a:ext cx="24688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143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Cloud Run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508760"/>
            <a:ext cx="2286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APIキー完全秘匿
Secret Manager連携
bandit 0件必須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97280"/>
            <a:ext cx="24688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097280"/>
            <a:ext cx="24688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143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IndexedDB v142 TTL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2286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niceeze_cache_v142
TTL管理（価格:1h/トレンド:6h）
オフライン対応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1089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G2完了条件: 実APIデータによるPriceMatrix更新 / TrendDataPoint日次蓄積開始 / IndexedDB v142 TTL最適化完了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5204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データフロー: ユーザー → research_dashboard.html → Cloud Run proxy → [Keepa/Google Trends] → Firestore → IndexedDB v142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エラーハンドリング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API障害 / IndexedDB失敗 / タイムアウト 各フォールバック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シーケンス図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3A5C"/>
                </a:solidFill>
              </a:rPr>
              <a:t>エラーパターン別フォールバック一覧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00584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10058400" cy="36576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60704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CA5A5"/>
                </a:solidFill>
              </a:rPr>
              <a:t>ERROR: API障害（価格取得失敗）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1A3A5C"/>
                </a:solidFill>
              </a:rPr>
              <a:t>フォールバック: モックデータでフォールバック表示 / エラーバナー表示 / 再試行ボタン提供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0584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10058400" cy="36576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89504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CA5A5"/>
                </a:solidFill>
              </a:rPr>
              <a:t>ERROR: IndexedDB失敗（v142 read error）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9184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1A3A5C"/>
                </a:solidFill>
              </a:rPr>
              <a:t>フォールバック: IndexedDB スキップ → ネット直接取得 / audit_logにエラー記録 / TTL無効化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100584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058400" cy="36576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718304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CA5A5"/>
                </a:solidFill>
              </a:rPr>
              <a:t>ERROR: タイムアウト（0.7秒超過）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2064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1A3A5C"/>
                </a:solidFill>
              </a:rPr>
              <a:t>フォールバック: Cloud Run → 503レスポンス / フロント側でローディング解除 / エラーメッセージ表示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