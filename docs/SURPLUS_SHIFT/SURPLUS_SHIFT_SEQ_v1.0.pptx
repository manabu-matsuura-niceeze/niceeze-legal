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SURPLUS_SHIFT シーケンス図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余剰在庫転換システム — シーケンス図・フロー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77724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3A5C"/>
                </a:solidFill>
              </a:rPr>
              <a:t>SURPLUS_SHIFT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5A623"/>
                </a:solidFill>
              </a:rPr>
              <a:t>余剰在庫転換システム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</a:rPr>
              <a:t>シーケンス図 v1.0  |  2026-06-05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Slide 2: 売り手フロー — 在庫登録→自動分析→余剰検知→ダッシュボード表示→マッチング待機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Slide 3: 買い手フロー — 条件設定→マッチング候補受信→交渉→契約書生成→決済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Slide 4: システムシーケンス — Cloud Functions→Firestore→Cloud Run→LINE通知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Slide 5: エラーハンドリング — タイムアウト/マッチング失敗/決済エラー 各フォールバック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SEQ-01  売り手フロー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在庫登録 → 自動分析 → 余剰検知 → ダッシュボード表示 → マッチング待機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売り手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SURPLUS-001
ダッシュボード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Functions
定期スキャン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534924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534924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534924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534924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534924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3327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在庫データ登録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29534.0" y="166420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88461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/inventory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4668.0" y="204825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03595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write inventory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344668.0" y="243230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03595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ack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344668.0" y="2816352"/>
            <a:ext cx="4430268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11162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定期スキャン起動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267919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cron毎時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44668.0" y="320040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03595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余剰判定クエリ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5522" y="30632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滞留30日以上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344668.0" y="358444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03595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return surplus[]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129534.0" y="396849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88461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余剰検知通知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0388" y="3831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SSE push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914400.0" y="435254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73327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ダッシュボード表示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75254" y="421538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転換率グラフ更新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.0" y="473659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3327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マッチング待機設定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129534.0" y="5120640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88461" y="493776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PUT /matching/wait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44668.0" y="550468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03595" y="532180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update status=WAITING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SEQ-02  買い手フロー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条件設定 → マッチング候補受信 → 交渉 → 契約書生成 → 決済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買い手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SURPLUS-002
検索・マッチング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マッチング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SURPLUS-003
価格交渉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決済
ゲートウェイ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61722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61722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61722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61722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61722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73327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条件フィルタ設定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29534.0" y="166420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88461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/match/search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129534.0" y="204825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88461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マッチング候補返却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191109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スコア付き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14400.0" y="243230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73327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マッチングカード表示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.0" y="2816352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473327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候補選択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29534.0" y="3200400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96028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交渉画面遷移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.0" y="3584448"/>
            <a:ext cx="664540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88461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価格提示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344668.0" y="3968496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03595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/negotiate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5522" y="3831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AI推奨価格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44668.0" y="4352544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03595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推奨価格返却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914400.0" y="4736592"/>
            <a:ext cx="664540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88461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価格履歴・提案表示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.0" y="5120640"/>
            <a:ext cx="664540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88461" y="493776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交渉合意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5344668.0" y="550468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03595" y="532180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契約書生成リクエスト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44668.0" y="5888736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11162" y="570585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/payment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914400.0" y="6272784"/>
            <a:ext cx="8860536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796028" y="608990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決済完了通知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0656" y="613562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LINE通知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SEQ-03  システムシーケンス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Cloud Functions(定期スキャン)→Firestore(余剰判定)→Cloud Run(マッチング)→LINE通知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Functions
定期スキャン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454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4588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Run
マッチング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722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Claude API
AI判定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685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 API
通知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.0" y="1005840"/>
            <a:ext cx="0.0" cy="493776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29534.0" y="1005840"/>
            <a:ext cx="0.0" cy="493776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05840"/>
            <a:ext cx="0.0" cy="493776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9802.0" y="1005840"/>
            <a:ext cx="0.0" cy="493776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74936.0" y="1005840"/>
            <a:ext cx="0.0" cy="493776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.0" y="1280160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10972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cron起動（毎時）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114300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Cloud Scheduler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.0" y="166420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73327" y="148132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query: 滞留在庫検索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5254" y="152704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30日以上未移動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14400.0" y="204825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73327" y="186537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return surplus_items[]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.0" y="2432304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80894" y="224942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/match surplus_items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44668.0" y="2816352"/>
            <a:ext cx="2215134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03595" y="263347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余剰度スコアリング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5522" y="267919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Claude API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344668.0" y="320040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03595" y="301752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score: 0.0-1.0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129534.0" y="3584448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88461" y="340156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write match_candidates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129534.0" y="3968496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88461" y="3785616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44668.0" y="4352544"/>
            <a:ext cx="4430268.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11162" y="416966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LINE Push to buyers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0656" y="421538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EF4444"/>
                </a:solidFill>
              </a:rPr>
              <a:t>スコア上位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5344668.0" y="4736592"/>
            <a:ext cx="4430268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11162" y="4553712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delivery_receipt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3129534.0" y="5120640"/>
            <a:ext cx="221513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88461" y="493776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update notification_sent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SEQ-04  エラーハンドリング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タイムアウト / マッチング失敗 / 決済エラー 各フォールバック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【エラーパターン別フォールバック一覧】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987552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98755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96696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タイムアウト（API 30秒超過）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Cloud Run → Firestore タイムアウト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81912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リトライ3回（exponential backoff 1s/2s/4s）→ 失敗時は503返却・アラート送信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987552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98755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68296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マッチング失敗（候補0件）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マッチングエンジン → 売り手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53512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条件緩和サジェスト表示 / 30日後再マッチング予約 / 手動マッチング依頼フォーム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987552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98755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39896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決済エラー（ゲートウェイ拒否）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決済ゲートウェイ → 買い手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25112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別決済手段提案（振込/後払い） / 交渉状態に戻す / エラーコードをFirestoreに記録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987552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074920"/>
            <a:ext cx="98755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11496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LINE通知失敗（Rate Limit 429）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LINE API → Cloud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696712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キューに積んで60秒後リトライ / 3回失敗でメール代替通知 / audit_logに記録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