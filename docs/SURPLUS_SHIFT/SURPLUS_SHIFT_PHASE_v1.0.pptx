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SURPLUS_SHIFT フェーズ計画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余剰在庫転換システム — フェーズ計画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SURPLUS_SHIFT  |  フェーズ計画 v1.0  |  © 2026 株式会社NiceEze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097280"/>
            <a:ext cx="7772400" cy="320040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28016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1A3A5C"/>
                </a:solidFill>
              </a:rPr>
              <a:t>SURPLUS_SHIFT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031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F5A623"/>
                </a:solidFill>
              </a:rPr>
              <a:t>フェーズ計画 v1.0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5176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475569"/>
                </a:solidFill>
              </a:rPr>
              <a:t>2026-06-05  |  © 2026 株式会社NiceEze  Confidential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4389120"/>
          <a:ext cx="4572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r>
                        <a:rPr sz="900"/>
                        <a:t>文書名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SURPLUS_SHIFT フェーズ計画 v1.0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作成日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2026-06-05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作成者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自律COO（Claude Code）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承認者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代表取締役CEO 松浦 学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Gate制概要表 G0〜G4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SURPLUS_SHIFT 開発フェーズゲート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SURPLUS_SHIFT  |  フェーズ計画 v1.0  |  © 2026 株式会社NiceEze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640080"/>
            <a:ext cx="1828800" cy="5303520"/>
          </a:xfrm>
          <a:prstGeom prst="rect">
            <a:avLst/>
          </a:prstGeom>
          <a:solidFill>
            <a:srgbClr val="F0F4F8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40080"/>
            <a:ext cx="1828800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836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98755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設計完了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801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F0F4F8"/>
                </a:solidFill>
              </a:rPr>
              <a:t>2026/07末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554480"/>
            <a:ext cx="164592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詳細設計書完成
DB設計確定
GCP基盤構築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288" y="640080"/>
            <a:ext cx="1828800" cy="5303520"/>
          </a:xfrm>
          <a:prstGeom prst="rect">
            <a:avLst/>
          </a:prstGeom>
          <a:solidFill>
            <a:srgbClr val="F0F4F8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04288" y="640080"/>
            <a:ext cx="1828800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04288" y="65836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98755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MVP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12801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F0F4F8"/>
                </a:solidFill>
              </a:rPr>
              <a:t>2026/09末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1554480"/>
            <a:ext cx="164592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SURPLUS-001
売り手ダッシュボード
SURPLUS-002
マッチング基本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640080"/>
            <a:ext cx="1828800" cy="530352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4256" y="640080"/>
            <a:ext cx="182880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65836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6" y="98755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本格運用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4256" y="12801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F0F4F8"/>
                </a:solidFill>
              </a:rPr>
              <a:t>2026/11末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5696" y="1554480"/>
            <a:ext cx="164592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価格交渉支援
契約書自動生成
決済連携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640080"/>
            <a:ext cx="1828800" cy="5303520"/>
          </a:xfrm>
          <a:prstGeom prst="rect">
            <a:avLst/>
          </a:prstGeom>
          <a:solidFill>
            <a:srgbClr val="F0F4F8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64224" y="640080"/>
            <a:ext cx="1828800" cy="73152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65836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98755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AI高度化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12801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F0F4F8"/>
                </a:solidFill>
              </a:rPr>
              <a:t>2027/01末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1554480"/>
            <a:ext cx="164592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Claude API統合
予測精度向上
多言語対応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94192" y="640080"/>
            <a:ext cx="1828800" cy="5303520"/>
          </a:xfrm>
          <a:prstGeom prst="rect">
            <a:avLst/>
          </a:prstGeom>
          <a:solidFill>
            <a:srgbClr val="F0F4F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94192" y="640080"/>
            <a:ext cx="1828800" cy="731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65836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98755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Go-Live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12801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F0F4F8"/>
                </a:solidFill>
              </a:rPr>
              <a:t>2027/02末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5632" y="1554480"/>
            <a:ext cx="164592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本番デプロイ
全機能リリース
SLA設定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12648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1A3A5C"/>
                </a:solidFill>
              </a:rPr>
              <a:t>◀─────────────── SURPLUS_SHIFT 開発ロードマップ（〜2027年2月） ───────────────▶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G1マイルストーン — MVP（2026/09末）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SURPLUS-001売り手ダッシュボード / SURPLUS-002マッチング基本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SURPLUS_SHIFT  |  フェーズ計画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9875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G1 完了条件 / 受け入れ基準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914400"/>
          <a:ext cx="9875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5104"/>
                <a:gridCol w="1975104"/>
                <a:gridCol w="1975104"/>
                <a:gridCol w="1975104"/>
                <a:gridCol w="1975104"/>
              </a:tblGrid>
              <a:tr h="457200">
                <a:tc>
                  <a:txBody>
                    <a:bodyPr/>
                    <a:lstStyle/>
                    <a:p>
                      <a:r>
                        <a:rPr b="1" sz="850"/>
                        <a:t>タスク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担当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状態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期限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費用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SURPLUS-001 売り手ダッシュボード実装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2026/08末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余剰在庫自動検知エンジン（30日閾値）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2026/08末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SURPLUS-002 買い手検索・マッチング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2026/09末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マッチングスコアリングロジック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2026/09末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Cloud Functions 定期スキャン（cron毎時）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2026/09末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Firestore スキーマ設計（surplus_inventory）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2026/07末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LINE通知連携（マッチング通知）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2026/09末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IndexedDB v142 キャッシュ設計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2026/08末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521208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5A623"/>
                </a:solidFill>
              </a:rPr>
              <a:t>G1完了基準: SURPLUS-001/002がステージング環境で動作確認済 / マッチング精度 ≥70%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G2マイルストーン — 本格運用（2026/11末）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価格交渉支援 / 契約書自動生成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SURPLUS_SHIFT  |  フェーズ計画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9875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G2 完了条件 / 受け入れ基準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914400"/>
          <a:ext cx="9875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5104"/>
                <a:gridCol w="1975104"/>
                <a:gridCol w="1975104"/>
                <a:gridCol w="1975104"/>
                <a:gridCol w="1975104"/>
              </a:tblGrid>
              <a:tr h="457200">
                <a:tc>
                  <a:txBody>
                    <a:bodyPr/>
                    <a:lstStyle/>
                    <a:p>
                      <a:r>
                        <a:rPr b="1" sz="850"/>
                        <a:t>タスク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担当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状態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期限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費用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SURPLUS-003 価格交渉支援UI実装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2026/10末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チャットUI + リアルタイム同期（Firestore）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2026/10末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AI推奨価格エンジン（Claude API統合）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2026/11末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¥2,250/月〜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価格履歴ストレージ設計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2026/10末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契約書自動生成（テンプレートエンジン）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2026/11末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PDF出力機能（契約書）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2026/11末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決済ゲートウェイ連携（Stripe/PayPay）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2026/11末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¥0+手数料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本番環境デプロイ（Cloud Run）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2026/11末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¥750〜2,250/月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521208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5A623"/>
                </a:solidFill>
              </a:rPr>
              <a:t>G2完了基準: SURPLUS-003動作確認 / 契約書生成10秒以内 / 決済フロー疎通確認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FinOps計画 — コスト管理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MVP¥0/月 / G3以降¥2,250〜¥4,500/月 / 月額上限¥5,000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SURPLUS_SHIFT  |  フェーズ計画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フェーズ別月次コスト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91440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402336">
                <a:tc>
                  <a:txBody>
                    <a:bodyPr/>
                    <a:lstStyle/>
                    <a:p>
                      <a:r>
                        <a:rPr b="1" sz="900"/>
                        <a:t>フェーズ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900"/>
                        <a:t>月額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900"/>
                        <a:t>内訳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900"/>
                        <a:t>備考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50"/>
                        <a:t>G0〜G1（MVP）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開発人件費¥0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AI自律開発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50"/>
                        <a:t>G2（本格運用開始）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¥750〜2,250/月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Cloud Run + Firestore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従量課金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50"/>
                        <a:t>G3（AI高度化）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¥2,250〜4,500/月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+ Claude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月1,000回呼出想定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50"/>
                        <a:t>G4（Go-Live）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¥3,000〜5,000/月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全サービス稼働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月額上限¥5,000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0" y="64008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Claude API コスト試算（G3以降）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0" y="91440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335280">
                <a:tc>
                  <a:txBody>
                    <a:bodyPr/>
                    <a:lstStyle/>
                    <a:p>
                      <a:r>
                        <a:rPr b="1" sz="900"/>
                        <a:t>用途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900"/>
                        <a:t>呼出回数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900"/>
                        <a:t>月額概算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850"/>
                        <a:t>価格交渉AI提案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月500回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¥1,125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850"/>
                        <a:t>余剰度スコアリング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月300回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¥675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850"/>
                        <a:t>契約書生成補助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月200回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¥450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850"/>
                        <a:t>合計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月1,000回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¥2,250/月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850"/>
                        <a:t>上限設定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月2,000回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¥4,500/月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3108960"/>
            <a:ext cx="9875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GCP月次コスト内訳（G4 本番稼働時）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3383280"/>
          <a:ext cx="9875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291840"/>
                <a:gridCol w="3291840"/>
              </a:tblGrid>
              <a:tr h="326571">
                <a:tc>
                  <a:txBody>
                    <a:bodyPr/>
                    <a:lstStyle/>
                    <a:p>
                      <a:r>
                        <a:rPr b="1" sz="900"/>
                        <a:t>サービス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900"/>
                        <a:t>月額概算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900"/>
                        <a:t>備考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850"/>
                        <a:t>Cloud Run（マッチングエンジン）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¥750〜2,250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従量制・リクエスト数に比例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850"/>
                        <a:t>Firestore（在庫・マッチングDB）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¥0〜450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読取/書込回数に依存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850"/>
                        <a:t>Cloud Functions（定期スキャン）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¥0〜150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毎時実行・無料枠内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850"/>
                        <a:t>BigQuery（分析）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月次バッチ処理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850"/>
                        <a:t>LINE Messaging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¥750〜1,500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通知件数に比例</a:t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r>
                        <a:rPr sz="850"/>
                        <a:t>月額合計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¥1,800〜4,650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月額上限¥5,000で管理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74320" y="576072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059669"/>
                </a:solidFill>
              </a:rPr>
              <a:t>FinOps原則: AI自律開発により開発人件費¥0 / インフラはG4まで月額¥5,000上限で厳格管理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