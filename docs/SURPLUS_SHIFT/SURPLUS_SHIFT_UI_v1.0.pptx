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SURPLUS_SHIFT UI設計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余剰在庫転換システム — 画面設計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UI設計 v1.0  |  © 2026 株式会社NiceEze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667512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6309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1A3A5C"/>
                </a:solidFill>
              </a:rPr>
              <a:t>SURPLUS_SHIFT UI設計書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6309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5A623"/>
                </a:solidFill>
              </a:rPr>
              <a:t>余剰在庫転換システム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6309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475569"/>
                </a:solidFill>
              </a:rPr>
              <a:t>v1.0  |  2026-06-05  |  © 2026 株式会社NiceEze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66751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118872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5661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5A623"/>
                </a:solidFill>
              </a:rPr>
              <a:t>SURPLUS-001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290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売り手ダッシュボード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490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余剰在庫リスト / 転換率グラフ / クイックアクション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66751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118872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4805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5A623"/>
                </a:solidFill>
              </a:rPr>
              <a:t>SURPLUS-002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43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買い手検索・マッチング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6634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条件フィルタ / マッチングカード / スコア表示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66751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212080"/>
            <a:ext cx="118872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3949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5A623"/>
                </a:solidFill>
              </a:rPr>
              <a:t>SURPLUS-003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578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価格交渉支援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5778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チャットUI / 価格履歴 / 推奨価格AI提案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26480"/>
            <a:ext cx="66751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6126480"/>
            <a:ext cx="118872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309360"/>
            <a:ext cx="1097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5A623"/>
                </a:solidFill>
              </a:rPr>
              <a:t>LAYOUT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61722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LAYOUT_MASTER準拠指定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649224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475569"/>
                </a:solidFill>
              </a:rPr>
              <a:t>font-mono tabular-nums / カラーパレット / IndexedDB v142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SURPLUS-001  売り手ダッシュボード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対象ユーザー: 売り手  |  余剰在庫リスト / 転換率グラフ / クイックアクション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858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LAYOUT_MASTER.md 準拠 3ゾーン構成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69494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上部: KPIサマリー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515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余剰在庫数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142件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0515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転換率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2344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68.3%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0515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今月転換額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2344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¥2.4M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600200"/>
            <a:ext cx="6400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F5A623"/>
                </a:solidFill>
              </a:rPr>
              <a:t>font-mono tabular-nums tracking-tight（全KPI数値）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240280"/>
            <a:ext cx="4114800" cy="50292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25856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余剰在庫リスト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487168"/>
            <a:ext cx="135331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505456"/>
            <a:ext cx="131673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商品名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2487168"/>
            <a:ext cx="62179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8488" y="2505456"/>
            <a:ext cx="58521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在庫数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2487168"/>
            <a:ext cx="7132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58568" y="2505456"/>
            <a:ext cx="67665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滞留日数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2487168"/>
            <a:ext cx="11704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0088" y="2505456"/>
            <a:ext cx="1133856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推奨アクション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761488"/>
            <a:ext cx="135331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2779776"/>
            <a:ext cx="131673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電動ドリルA型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2761488"/>
            <a:ext cx="6217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18488" y="2779776"/>
            <a:ext cx="58521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85個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2761488"/>
            <a:ext cx="71323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58568" y="2779776"/>
            <a:ext cx="6766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45日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2761488"/>
            <a:ext cx="117043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2779776"/>
            <a:ext cx="11338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5A623"/>
                </a:solidFill>
              </a:rPr>
              <a:t>マッチング推奨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081528"/>
            <a:ext cx="135331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" y="3099816"/>
            <a:ext cx="131673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工業用テープ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3081528"/>
            <a:ext cx="62179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18488" y="3099816"/>
            <a:ext cx="58521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320m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3081528"/>
            <a:ext cx="71323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8568" y="3099816"/>
            <a:ext cx="6766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62日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71800" y="3081528"/>
            <a:ext cx="117043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90088" y="3099816"/>
            <a:ext cx="11338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値下げ検討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401568"/>
            <a:ext cx="135331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6888" y="3419856"/>
            <a:ext cx="131673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金属部品B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00200" y="3401568"/>
            <a:ext cx="6217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18488" y="3419856"/>
            <a:ext cx="58521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1,200個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3401568"/>
            <a:ext cx="71323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58568" y="3419856"/>
            <a:ext cx="6766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38日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71800" y="3401568"/>
            <a:ext cx="117043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90088" y="3419856"/>
            <a:ext cx="11338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5A623"/>
                </a:solidFill>
              </a:rPr>
              <a:t>マッチング推奨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3721608"/>
            <a:ext cx="135331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46888" y="3739896"/>
            <a:ext cx="131673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工具セットC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0200" y="3721608"/>
            <a:ext cx="62179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18488" y="3739896"/>
            <a:ext cx="58521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15セット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40280" y="3721608"/>
            <a:ext cx="71323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58568" y="3739896"/>
            <a:ext cx="6766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2E8F0"/>
                </a:solidFill>
              </a:rPr>
              <a:t>90日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3721608"/>
            <a:ext cx="1170432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0088" y="3739896"/>
            <a:ext cx="113385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EF4444"/>
                </a:solidFill>
              </a:rPr>
              <a:t>処分検討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2240280"/>
            <a:ext cx="2743200" cy="50292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0" y="2258568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転換率グラフ（月次）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3977640"/>
            <a:ext cx="320040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07992" y="5257800"/>
            <a:ext cx="3566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1月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10328" y="3785616"/>
            <a:ext cx="320040" cy="14264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92040" y="5257800"/>
            <a:ext cx="3566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2月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94376" y="3621024"/>
            <a:ext cx="320040" cy="15910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76088" y="5257800"/>
            <a:ext cx="3566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3月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78424" y="3483864"/>
            <a:ext cx="320040" cy="17282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0136" y="5257800"/>
            <a:ext cx="3566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4月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62472" y="3429000"/>
            <a:ext cx="320040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44184" y="5257800"/>
            <a:ext cx="3566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5月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46520" y="3346704"/>
            <a:ext cx="320040" cy="18653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28232" y="5257800"/>
            <a:ext cx="35661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6月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880" y="7315200"/>
            <a:ext cx="69494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7333488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クイックアクション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7571231"/>
            <a:ext cx="13716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7616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一括マッチング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20240" y="7571231"/>
            <a:ext cx="13716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20240" y="7616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CSV出力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66160" y="7571231"/>
            <a:ext cx="13716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566160" y="761695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条件設定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SURPLUS-002  買い手検索・マッチング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対象ユーザー: 買い手  |  条件フィルタ / マッチングカード / スコア表示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858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LAYOUT_MASTER.md 準拠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2103120" cy="7772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1920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条件フィルタ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18288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カテゴリ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2588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E2E8F0"/>
                </a:solidFill>
              </a:rPr>
              <a:t>▼ 選択してください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91640"/>
            <a:ext cx="18288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価格帯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92024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E2E8F0"/>
                </a:solidFill>
              </a:rPr>
              <a:t>▼ 選択してください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86000"/>
            <a:ext cx="18288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3172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数量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51460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E2E8F0"/>
                </a:solidFill>
              </a:rPr>
              <a:t>▼ 選択してください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80360"/>
            <a:ext cx="18288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92608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地域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10896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E2E8F0"/>
                </a:solidFill>
              </a:rPr>
              <a:t>▼ 選択してください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74720"/>
            <a:ext cx="18288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2044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納期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703320"/>
            <a:ext cx="1737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E2E8F0"/>
                </a:solidFill>
              </a:rPr>
              <a:t>▼ 選択してください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822960"/>
            <a:ext cx="4937760" cy="7772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84124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マッチング候補 (3件)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1097280"/>
            <a:ext cx="46634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117043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電動ドリルA型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150876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E2E8F0"/>
                </a:solidFill>
              </a:rPr>
              <a:t>数量: 85個  |  単価: ¥1,250/個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170432"/>
            <a:ext cx="100584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188720"/>
            <a:ext cx="1005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スコア
0.92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2514600"/>
            <a:ext cx="18288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2560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5A623"/>
                </a:solidFill>
              </a:rPr>
              <a:t>交渉を開始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291840"/>
            <a:ext cx="46634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336499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工業用テープ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70332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E2E8F0"/>
                </a:solidFill>
              </a:rPr>
              <a:t>数量: 320m  |  単価: ¥480/m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3364992"/>
            <a:ext cx="10058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3383280"/>
            <a:ext cx="1005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スコア
0.78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4709160"/>
            <a:ext cx="18288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47548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5A623"/>
                </a:solidFill>
              </a:rPr>
              <a:t>交渉を開始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68880" y="5486400"/>
            <a:ext cx="46634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0" y="55595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</a:rPr>
              <a:t>金属部品B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89788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E2E8F0"/>
                </a:solidFill>
              </a:rPr>
              <a:t>数量: 1,200個  |  単価: ¥85/個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559552"/>
            <a:ext cx="100584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5577840"/>
            <a:ext cx="1005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スコア
0.71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6903720"/>
            <a:ext cx="182880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6949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5A623"/>
                </a:solidFill>
              </a:rPr>
              <a:t>交渉を開始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SURPLUS-003  価格交渉支援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対象ユーザー: 売り手・買い手  |  チャットUI / 価格履歴 / 推奨価格AI提案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858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LAYOUT_MASTER.md 準拠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365760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チャットUI（価格交渉）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32004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BFD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3385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BFD7ED"/>
                </a:solidFill>
              </a:rPr>
              <a:t>買い手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335024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¥1,100/個でいかがですか？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23160"/>
            <a:ext cx="32004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5973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F5A623"/>
                </a:solidFill>
              </a:rPr>
              <a:t>売り手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660904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¥1,200/個が最低ラインです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40"/>
            <a:ext cx="3200400" cy="822960"/>
          </a:xfrm>
          <a:prstGeom prst="rect">
            <a:avLst/>
          </a:prstGeom>
          <a:solidFill>
            <a:srgbClr val="05372A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8561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059669"/>
                </a:solidFill>
              </a:rPr>
              <a:t>AI推奨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86784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推奨価格: ¥1,150/個（市場相場±5%）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32004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BFD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111496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BFD7ED"/>
                </a:solidFill>
              </a:rPr>
              <a:t>買い手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312664"/>
            <a:ext cx="3017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¥1,150/個で合意します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822960"/>
            <a:ext cx="320040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841248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価格履歴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0972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4748B"/>
                </a:solidFill>
              </a:rPr>
              <a:t>2026-06-01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109728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¥1,300/個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15087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4748B"/>
                </a:solidFill>
              </a:rPr>
              <a:t>2026-06-02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15087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¥1,250/個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19202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4748B"/>
                </a:solidFill>
              </a:rPr>
              <a:t>2026-06-03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9202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¥1,200/個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3172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4748B"/>
                </a:solidFill>
              </a:rPr>
              <a:t>2026-06-04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33172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¥1,180/個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572000"/>
            <a:ext cx="3200400" cy="3108960"/>
          </a:xfrm>
          <a:prstGeom prst="rect">
            <a:avLst/>
          </a:prstGeom>
          <a:solidFill>
            <a:srgbClr val="05372A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4590288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059669"/>
                </a:solidFill>
              </a:rPr>
              <a:t>AI推奨価格提案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484632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¥1,150/個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48640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6EE7B7"/>
                </a:solidFill>
              </a:rPr>
              <a:t>市場相場: ¥1,100〜¥1,200/個
類似取引平均: ¥1,145/個
推奨根拠: 直近30日間の市場データ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0" y="6446520"/>
            <a:ext cx="283464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64922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この価格で合意する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LAYOUT_MASTER準拠指定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font-mono tabular-nums tracking-tight / カラーパレット / IndexedDB v142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SURPLUS_SHIFT  |  UI設計 v1.0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フォント仕様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914400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365760">
                <a:tc>
                  <a:txBody>
                    <a:bodyPr/>
                    <a:lstStyle/>
                    <a:p>
                      <a:r>
                        <a:rPr b="1" sz="850"/>
                        <a:t>適用箇所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CSSクラス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備考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/>
                        <a:t>数値表示全般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tabular-nums tracking-tight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全KPI・価格・数量・滞留日数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/>
                        <a:t>見出し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 font-bold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画面タイトル・セクション見出し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/>
                        <a:t>本文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説明文・ラベル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00"/>
                        <a:t>エラーメッセージ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font-bold text-red-500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バリデーションエラー・アラート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292608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カラーパレット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3246120"/>
            <a:ext cx="50292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64408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Navy #1A3A5C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0215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ヘッダー・プライマリ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246120"/>
            <a:ext cx="502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264408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Orange #F5A623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50215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アクション・アクセント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246120"/>
            <a:ext cx="502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3264408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White #FFFFFF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50215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テキスト（ダーク背景）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069080"/>
            <a:ext cx="5029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87368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Light #F0F4F8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2511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カード背景・セカンダリ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4069080"/>
            <a:ext cx="5029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4087368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Green #059669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32511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合意・成功・AI推奨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069080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4087368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Red #EF4444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32511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エラー・警告・処分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512064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IndexedDB v142 仕様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82880" y="5394960"/>
          <a:ext cx="6949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329184">
                <a:tc>
                  <a:txBody>
                    <a:bodyPr/>
                    <a:lstStyle/>
                    <a:p>
                      <a:r>
                        <a:rPr b="1" sz="850"/>
                        <a:t>ストア名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バージョン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surplus_inventory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SURPLUS_SHIFT在庫データ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_idb_version: 142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match_candidates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マッチング候補キャッシュ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_idb_version: 142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negotiation_history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交渉履歴ローカルキャッシュ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_idb_version: 142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price_suggestions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AI価格提案キャッシュ（TTL: 1h）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_idb_version: 142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