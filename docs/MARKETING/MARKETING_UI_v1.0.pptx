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79134"/>
            <a:ext cx="7562088" cy="50800"/>
          </a:xfrm>
          <a:prstGeom prst="rect">
            <a:avLst/>
          </a:prstGeom>
          <a:solidFill>
            <a:srgbClr val="F5A6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37867"/>
            <a:ext cx="6099048" cy="3741267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MARKETING部 UI設計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13601"/>
            <a:ext cx="6099048" cy="1603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F5A623"/>
                </a:solidFill>
              </a:rPr>
              <a:t>SMART-MKT マーケティング自動化システム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017002"/>
            <a:ext cx="60990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0F4F8"/>
                </a:solidFill>
              </a:rPr>
              <a:t>2026-06-05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UI設計 v1.0  |  © 2026 株式会社NiceEze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SMART-MKT  メイン画面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トレンドニュース表示カード / 8カテゴリ選択チップ / トーン選択(Professional/Casual/Urgent)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21792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カテゴリ選択（8カテゴリ）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68680"/>
            <a:ext cx="16002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90525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テクノロジー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47672" y="868680"/>
            <a:ext cx="16002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90525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ビジネス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2464" y="868680"/>
            <a:ext cx="16002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90525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経済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7256" y="868680"/>
            <a:ext cx="16002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7256" y="90525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216152"/>
            <a:ext cx="16002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252728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マーケ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7672" y="1216152"/>
            <a:ext cx="16002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47672" y="1252728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2464" y="1216152"/>
            <a:ext cx="16002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4" y="1252728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スタートアップ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77256" y="1216152"/>
            <a:ext cx="16002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7256" y="1252728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トレンド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1664208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トーン選択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20240"/>
            <a:ext cx="210312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1947672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Professional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920240"/>
            <a:ext cx="210312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1947672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Casual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920240"/>
            <a:ext cx="210312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1947672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Urgent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37744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トレンドニュース（Top 3記事）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633472"/>
            <a:ext cx="69494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2633472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6974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1A3A5C"/>
                </a:solidFill>
              </a:rPr>
              <a:t>生成AIがEC業界を変革 — 2026年最新動向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017520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AI / テクノロジー  |  30分前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3136392"/>
            <a:ext cx="146304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3163824"/>
            <a:ext cx="1463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生成する 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639312"/>
            <a:ext cx="69494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3639312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70332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1A3A5C"/>
                </a:solidFill>
              </a:rPr>
              <a:t>日本のEC市場 2026年上半期レポート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023360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EC / ビジネス  |  2時間前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142232"/>
            <a:ext cx="146304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4169664"/>
            <a:ext cx="1463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生成する 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645152"/>
            <a:ext cx="694944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4645152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70916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1A3A5C"/>
                </a:solidFill>
              </a:rPr>
              <a:t>TikTokショッピング機能 日本展開開始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5029200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SNS / マーケ  |  4時間前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5148072"/>
            <a:ext cx="146304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5175504"/>
            <a:ext cx="1463040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生成する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4フォーマットタブ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X投稿(140字カウンター) / メルマガHTMLプレビュー / Note Markdown表示 / YouTube台本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UI設計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621792"/>
            <a:ext cx="16916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49224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X投稿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621792"/>
            <a:ext cx="169164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649224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メルマガ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621792"/>
            <a:ext cx="169164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649224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621792"/>
            <a:ext cx="1691640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649224"/>
            <a:ext cx="16916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YouTube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987552"/>
            <a:ext cx="694944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00584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X投稿プレビュー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00584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475569"/>
                </a:solidFill>
              </a:rPr>
              <a:t>140文字カウンター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05840"/>
            <a:ext cx="731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024128"/>
            <a:ext cx="7315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87/140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261872"/>
            <a:ext cx="6583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【速報】生成AIがEC業界を変革 — 2026年最新動向🤖
日本のEC市場でAI活用が急加速。コンテンツ制作工数90%削減事例も。
#AI #EC #マーケティング #NiceEze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090672"/>
            <a:ext cx="694944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10896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メルマガ HTMLプレビュー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364992"/>
            <a:ext cx="65836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件名: 【週刊NiceEze】AIがEC業界を変える — 最新トレンド2026
本文: &lt;h1&gt;今週のトレンド&lt;/h1&gt;&lt;p&gt;生成AIの活用でEC運営が...&lt;/p&gt;
CTA: &lt;a href="#"&gt;詳しく見る →&lt;/a&gt;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553712"/>
            <a:ext cx="338328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57200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Note Markdown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828032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A3A5C"/>
                </a:solidFill>
              </a:rPr>
              <a:t># AIがEC業界を変える
## はじめに
EC業界では...
## まとめ
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4553712"/>
            <a:ext cx="338328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4572000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YouTube台本（手動アップロード）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828032"/>
            <a:ext cx="32004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A3A5C"/>
                </a:solidFill>
              </a:rPr>
              <a:t>【導入】こんにちは！今回は...
【本編】AIがEC業界にもたらす...
【まとめ】今週のポイントは...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スケジュール状態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⏰朝8:00/夜19:00実行状況 / 直近配信ログ一覧 / 配信件数統計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21792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スケジューラー実行状態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68680"/>
            <a:ext cx="694944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68680"/>
            <a:ext cx="109728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23544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⏰ 朝8:00 (cron "0 23 * * *")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923544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>
                <a:solidFill>
                  <a:srgbClr val="059669"/>
                </a:solidFill>
              </a:rPr>
              <a:t>本日 08:00 実行済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63040"/>
            <a:ext cx="694944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1463040"/>
            <a:ext cx="10972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517904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⏰ 夜19:00 (cron "0 10 * * *")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517904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1">
                <a:solidFill>
                  <a:srgbClr val="F5A623"/>
                </a:solidFill>
              </a:rPr>
              <a:t>本日 19:00 予定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214884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直近配信ログ（get_recent(days=7)）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82880" y="2395728"/>
          <a:ext cx="6949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r>
                        <a:rPr b="1" sz="850"/>
                        <a:t>実行日時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カテゴリ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生成フォーマット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ステータス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2026-06-05 08:00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AI/テクノロジー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X+メルマガ+Note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完了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2026-06-04 19:00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EC/ビジネス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X+メルマガ+Note+YouTube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完了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2026-06-04 08:00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マーケ/トレンド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X+メルマガ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完了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800"/>
                        <a:t>2026-06-03 19:00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AI/スタートアップ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X+Note+YouTube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完了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82880" y="452628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A3A5C"/>
                </a:solidFill>
              </a:rPr>
              <a:t>配信件数統計（summary()）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773168"/>
            <a:ext cx="1298448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4828032"/>
            <a:ext cx="12984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14回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5212080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F0F4F8"/>
                </a:solidFill>
              </a:rPr>
              <a:t>今週配信数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2768" y="4773168"/>
            <a:ext cx="1298448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72768" y="4828032"/>
            <a:ext cx="12984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5A623"/>
                </a:solidFill>
              </a:rPr>
              <a:t>14件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212080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1A3A5C"/>
                </a:solidFill>
              </a:rPr>
              <a:t>X投稿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62656" y="4773168"/>
            <a:ext cx="1298448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62656" y="4828032"/>
            <a:ext cx="12984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5A623"/>
                </a:solidFill>
              </a:rPr>
              <a:t>12件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5212080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1A3A5C"/>
                </a:solidFill>
              </a:rPr>
              <a:t>メルマガ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52544" y="4773168"/>
            <a:ext cx="1298448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4828032"/>
            <a:ext cx="12984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5A623"/>
                </a:solidFill>
              </a:rPr>
              <a:t>10件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5212080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1A3A5C"/>
                </a:solidFill>
              </a:rPr>
              <a:t>Note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42432" y="4773168"/>
            <a:ext cx="1298448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2" y="4828032"/>
            <a:ext cx="129844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5A623"/>
                </a:solidFill>
              </a:rPr>
              <a:t>6件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2432" y="5212080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1A3A5C"/>
                </a:solidFill>
              </a:rPr>
              <a:t>YouTube台本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LAYOUT_MASTER準拠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全数値font-mono tabular-nums / NiceEzeブランドカラー#1A2B4C/#E8A020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フォント仕様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914400"/>
          <a:ext cx="6949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347472">
                <a:tc>
                  <a:txBody>
                    <a:bodyPr/>
                    <a:lstStyle/>
                    <a:p>
                      <a:r>
                        <a:rPr b="1" sz="850"/>
                        <a:t>適用箇所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CSSクラス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備考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800"/>
                        <a:t>数値表示全般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tabular-nums tracking-tight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全KPI・文字数カウンター・配信件数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800"/>
                        <a:t>見出し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 font-bold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タイトル・セクション見出し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800"/>
                        <a:t>本文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説明文・ラベル・プレビュー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800"/>
                        <a:t>エラー表示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font-bold text-red-500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バリデーション・アラート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278892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ブランドカラーパレット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063240"/>
            <a:ext cx="5029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Dark Navy #1A3A5C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9272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ヘッダー・プライマリ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06324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081528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Orange #F5A623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319272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アクション・アクセント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632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3081528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White #FFFFFF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319272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テキスト（ダーク背景）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886200"/>
            <a:ext cx="5029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04488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Light #F0F4F8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42232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カード背景・セカンダリ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886200"/>
            <a:ext cx="50292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3904488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Brand Navy #1A2B4C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142232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NiceEzeブランドカラー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886200"/>
            <a:ext cx="50292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904488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Brand Orange #E8A020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42232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NiceEzeブランドアクセント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80060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LAYOUT_MASTER準拠チェックリスト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074920"/>
            <a:ext cx="6766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✅ 全数値: font-mono tabular-nums tracking-tight 適用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440680"/>
            <a:ext cx="6766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✅ ブランドカラー #1A2B4C / #E8A020 / #1A3A5C / #F5A623 統一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806440"/>
            <a:ext cx="6766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✅ X投稿: 140文字カウンター font-mono で常時表示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72200"/>
            <a:ext cx="6766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1A3A5C"/>
                </a:solidFill>
              </a:rPr>
              <a:t>✅ 配信件数統計: tabular-nums で桁揃え表示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