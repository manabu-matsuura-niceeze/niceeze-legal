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59148"/>
            <a:ext cx="10689336" cy="50800"/>
          </a:xfrm>
          <a:prstGeom prst="rect">
            <a:avLst/>
          </a:prstGeom>
          <a:solidFill>
            <a:srgbClr val="F5A6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12417"/>
            <a:ext cx="9226296" cy="264673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MARKETING部 シーケンス図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37252"/>
            <a:ext cx="9226296" cy="1134313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F5A623"/>
                </a:solidFill>
              </a:rPr>
              <a:t>SMART-MKT マーケティング自動化システム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71566"/>
            <a:ext cx="922629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0F4F8"/>
                </a:solidFill>
              </a:rPr>
              <a:t>2026-06-05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シーケンス図 v1.0  |  © 2026 株式会社NiceEze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SEQ-01  スケジューラートリガーフロー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Cloud Scheduler → Cloud Functions → NewsCrawler(8カテゴリ) → 記事選定 → ContentGenerator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
Scheduler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3734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3734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
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48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3148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NewsCrawler
(8カテゴリ)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2562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2562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記事選定
エンジン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1976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Content
Generator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.0" y="1033272"/>
            <a:ext cx="0.0" cy="5715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75254.0" y="1033272"/>
            <a:ext cx="0.0" cy="5715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33272"/>
            <a:ext cx="0.0" cy="5715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14082.0" y="1033272"/>
            <a:ext cx="0.0" cy="5715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83496.0" y="1033272"/>
            <a:ext cx="0.0" cy="57150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.0" y="135331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41907" y="10972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cron trigger
朝8:00/夜19:00 JST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75254.0" y="199339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11321" y="1737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crawl() 呼出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4668.0" y="263347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36108" y="23774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RSS fetch
8カテゴリ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44668.0" y="327355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80735" y="30175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記事リスト返却
(SHA-256 id付)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14082.0" y="391363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05522" y="36576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スコアリング
重複排除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14082.0" y="455371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50149" y="42976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選定記事
渡し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3496.0" y="519379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74936" y="49377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4フォーマット
生成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175254.0" y="5833872"/>
            <a:ext cx="650824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80735" y="55778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コンテンツ
返却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SEQ-02  コンテンツ生成フロー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トピック選定 → 4フォーマット出力(X/メルマガ/Note/YouTube台本) → DeliveryLog記録 → 完了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" y="2743200"/>
            <a:ext cx="13258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トピック選定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カテゴリ・トーン指定
記事スコアリング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4416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572768" y="2743200"/>
            <a:ext cx="1325880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X投稿生成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140文字以内
ハッシュタグ付与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9864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27248" y="2743200"/>
            <a:ext cx="13258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メルマガ生成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HTML形式
件名+本文+CTA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5312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81728" y="2743200"/>
            <a:ext cx="13258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Note生成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Markdown形式
見出し+本文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0760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36208" y="2743200"/>
            <a:ext cx="132588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YouTube台本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構成（導入/本編/まとめ）
手動アップロード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6208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790688" y="2743200"/>
            <a:ext cx="132588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DeliveryLog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SHA-256 id付与
summary()記録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16568.0" y="3200400"/>
            <a:ext cx="228600.0" cy="0"/>
          </a:xfrm>
          <a:prstGeom prst="bentConnector3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345168" y="2743200"/>
            <a:ext cx="132588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78892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完了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3108960"/>
            <a:ext cx="1325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全フォーマット
生成・記録完了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SEQ-03  手動生成フロー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SMART-MKT UI → ユーザー入力(カテゴリ/トーン) → POST /generate → 4フォーマット表示 → コピー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シーケンス図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ユーザー
(マーケ担当)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3734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3734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SMART-MKT
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48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3148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Cloud
Functions
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82562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2562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Content
Generator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51976" y="685800"/>
            <a:ext cx="14630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685800"/>
            <a:ext cx="1463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DeliveryLog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.0" y="1033272"/>
            <a:ext cx="0.0" cy="59436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75254.0" y="1033272"/>
            <a:ext cx="0.0" cy="59436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44668.0" y="1033272"/>
            <a:ext cx="0.0" cy="59436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14082.0" y="1033272"/>
            <a:ext cx="0.0" cy="59436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83496.0" y="1033272"/>
            <a:ext cx="0.0" cy="5943600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.0" y="135331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41907" y="10972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カテゴリ/トーン
入力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75254.0" y="194767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11321" y="16916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POST /generate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4668.0" y="254203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80735" y="22860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generate()呼出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14082.0" y="3136392"/>
            <a:ext cx="0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05522" y="2880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4フォーマット
生成処理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344668.0" y="373075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80735" y="34747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JSON返却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175254.0" y="432511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11321" y="4069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4フォーマット
表示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75254.0" y="4919472"/>
            <a:ext cx="650824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80735" y="46634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log/add記録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175254.0" y="5513832"/>
            <a:ext cx="6508242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80735" y="52578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log_id返却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005840.0" y="6108192"/>
            <a:ext cx="2169414.0" cy="0"/>
          </a:xfrm>
          <a:prstGeom prst="bentConnector3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41907" y="58521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1A3A5C"/>
                </a:solidFill>
              </a:rPr>
              <a:t>コピー / DL
完了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104150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SEQ-04  エラーハンドリング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104150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RSS障害→モックフォールバック / 生成失敗→デフォルトテンプレート / スケジューラー失敗→次回自動リトライ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333488"/>
            <a:ext cx="10689336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7351776"/>
            <a:ext cx="105064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MARKETING部  |  シーケンス図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"/>
            <a:ext cx="9875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【エラーパターン別フォールバック一覧】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98755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98755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50976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RSS障害（Google News RSS接続失敗）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NewsCrawler → Cloud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72768"/>
            <a:ext cx="9509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モックフォールバック起動 → 前回キャッシュ記事で4フォーマット生成継続 / 障害ログ記録 / 次回クロールで自動復旧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98755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98755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71216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コンテンツ生成失敗（Generator例外）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ContentGenerator → Cloud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493008"/>
            <a:ext cx="9509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デフォルトテンプレートで代替コンテンツ生成 / エラー詳細をDeliveryLogに記録 / アラート送信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54880"/>
            <a:ext cx="987552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754880"/>
            <a:ext cx="98755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791456"/>
            <a:ext cx="9144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CA5A5"/>
                </a:solidFill>
              </a:rPr>
              <a:t>ERROR: スケジューラー失敗（Cloud Scheduler実行失敗）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6636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発生箇所: Cloud Scheduler → Cloud 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13248"/>
            <a:ext cx="95097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1A3A5C"/>
                </a:solidFill>
              </a:rPr>
              <a:t>フォールバック: 次回スケジュール（朝/夜）で自動リトライ / 連続3回失敗時にアラート送信 / 手動実行エンドポイント提供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7816" y="7351776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